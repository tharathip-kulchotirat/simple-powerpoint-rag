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0"/>
    <p:restoredTop sz="94687"/>
  </p:normalViewPr>
  <p:slideViewPr>
    <p:cSldViewPr snapToGrid="0">
      <p:cViewPr varScale="1">
        <p:scale>
          <a:sx n="116" d="100"/>
          <a:sy n="116" d="100"/>
        </p:scale>
        <p:origin x="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2B052-C5F2-1643-AD9D-5A387EDAFB05}" type="datetimeFigureOut">
              <a:rPr lang="en-US" smtClean="0"/>
              <a:t>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BCD74-1F2F-F04D-BB51-81B0E77E09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97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BCD74-1F2F-F04D-BB51-81B0E77E09F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27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AD13-60A9-FE7D-6DCE-B1C7BFB07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48A3E-8FB9-0E0E-DC3C-E6949666F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22402-8379-C85D-038B-D9958EA7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F757-F421-2543-BB7C-70802BA4959F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33ABD-9B1E-77C8-B98C-E2CC143E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4F362-D21B-20BC-C467-A05EAF2B4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E6EF4-9DE6-884C-B300-841F1F073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80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F0EB-6BAC-9909-8540-2784BC41D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AE03A-FE4A-58A1-242A-B3565A774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5E3FF-AFE4-936D-386E-FC03A531D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F757-F421-2543-BB7C-70802BA4959F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46162-C24D-CE5F-43D4-B5F3CD862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BD92B-ACC0-82C9-FD5D-CD66605BD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E6EF4-9DE6-884C-B300-841F1F073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92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1D31-FEDB-2403-5A9C-05886858E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D834B-CEEB-8674-2547-4974B959C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A0C74-8D80-868C-782F-C6676FE7B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F757-F421-2543-BB7C-70802BA4959F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0BEA7-1CB1-154A-1255-0624AB42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094B1-D71A-334F-87FF-427667443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E6EF4-9DE6-884C-B300-841F1F073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55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87C0-A69F-31B6-0B7A-E979A9AF9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ECBFD-9CB7-6AC9-9D77-A1CA22BC8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98BC2-884A-5D50-CB43-00588DEF5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229E3-9847-0F45-98D4-85861912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F757-F421-2543-BB7C-70802BA4959F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715F1-2895-95FD-12F4-91E6E0357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B92DB-D403-6A3A-EB45-3E828741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E6EF4-9DE6-884C-B300-841F1F073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634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E6946-16DC-657F-C65B-F2EA9888D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BC177-8150-56AE-A128-AC5BCA0D7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039F8-307D-D6A5-39DA-752D91DCA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6C7A0-70A7-D9CE-16E6-6647DB434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45C133-6FF2-6AB3-3B6F-86D21B31CC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E7E697-3089-0F64-B3DC-AFE94133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F757-F421-2543-BB7C-70802BA4959F}" type="datetimeFigureOut">
              <a:rPr lang="en-US" smtClean="0"/>
              <a:t>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4CA7E-1B26-4C59-C743-388D5B479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E6AEB-041F-797A-6A03-91F2B5B4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E6EF4-9DE6-884C-B300-841F1F073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82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59194-BE33-B2EB-8938-D5A3215F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CF7557-B256-EB05-2B38-8286595B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F757-F421-2543-BB7C-70802BA4959F}" type="datetimeFigureOut">
              <a:rPr lang="en-US" smtClean="0"/>
              <a:t>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742C9-C00B-6749-8494-E9A91BEF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967A7-A83E-C53C-C59F-D8F501C5B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E6EF4-9DE6-884C-B300-841F1F073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63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0F9537-F09C-F0F4-0A06-D39CC7D0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F757-F421-2543-BB7C-70802BA4959F}" type="datetimeFigureOut">
              <a:rPr lang="en-US" smtClean="0"/>
              <a:t>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8AE7AD-F248-D725-5EE4-0C441D06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59F0D-2309-F915-5C4B-418D3BF23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E6EF4-9DE6-884C-B300-841F1F073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7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3B48-2AD8-F312-2EEA-A1EE23DC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C6293-7B8B-2251-1F06-FD741696B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8C91A-B9D2-F6BF-1058-809DEE79F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16DF7-469F-924C-A282-43A859C50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F757-F421-2543-BB7C-70802BA4959F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90F33-A11B-ABD9-AA9C-11965D40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27F56-53F0-062D-DE9D-B8B3F3FED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E6EF4-9DE6-884C-B300-841F1F073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15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DEF0C-163D-EE69-706C-618E7B067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2BA28-59C8-EC68-347B-CE2A06B3E0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A1320-23F2-1A00-65C3-02286CEF6F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4C85F-044D-8052-D667-DBAFC7A6A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F757-F421-2543-BB7C-70802BA4959F}" type="datetimeFigureOut">
              <a:rPr lang="en-US" smtClean="0"/>
              <a:t>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F39A7-3839-E3AF-12F7-37D306CB8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47FA7-B124-AF24-ACA1-C326F024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E6EF4-9DE6-884C-B300-841F1F073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0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8E1E3-983E-11D1-F6DC-BDE11C66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0B750-A263-D4B5-1A60-C10E3B105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07140-58BF-5F46-FA17-427566BB4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F757-F421-2543-BB7C-70802BA4959F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7A84F-6E37-6E19-DF7F-A131FFC73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141F7-C451-906F-B302-8DB39C8A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E6EF4-9DE6-884C-B300-841F1F073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49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146AB-9777-2B87-4BC1-247A30070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6B760-1D4E-1CE7-8BE3-9DCC617C3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4984A-DA32-9D29-DE86-AAFF29BC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AF757-F421-2543-BB7C-70802BA4959F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6C880-F810-18C6-CBF2-B3CFF6390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E6E94-B879-E1EC-9442-B7272C09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E6EF4-9DE6-884C-B300-841F1F073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214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5D2DF2-13C9-AF88-2366-13710F6B7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EC34D-5108-A55F-3BBD-CA3831EEF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2AA98-F302-6940-3877-8333F5705D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AF757-F421-2543-BB7C-70802BA4959F}" type="datetimeFigureOut">
              <a:rPr lang="en-US" smtClean="0"/>
              <a:t>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E52A3-5442-580C-84E3-5D89C9CD7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1BCFF-9C62-BEEB-B4FE-F84CA4589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E6EF4-9DE6-884C-B300-841F1F073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8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8454A-4C59-4C7A-575B-30201BDA1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CDB08-A8D5-CBFA-76B5-123791625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Backend -&gt; ~70% debugging and reduce app latency</a:t>
            </a:r>
          </a:p>
          <a:p>
            <a:r>
              <a:rPr lang="en-US" dirty="0"/>
              <a:t>2. Coding Agent -&gt; Need further prompt refinement</a:t>
            </a:r>
          </a:p>
          <a:p>
            <a:r>
              <a:rPr lang="en-US" dirty="0"/>
              <a:t>3. Planning Agent -&gt; Finishing and research prompt refinement</a:t>
            </a:r>
          </a:p>
        </p:txBody>
      </p:sp>
    </p:spTree>
    <p:extLst>
      <p:ext uri="{BB962C8B-B14F-4D97-AF65-F5344CB8AC3E}">
        <p14:creationId xmlns:p14="http://schemas.microsoft.com/office/powerpoint/2010/main" val="21589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2D0F-5C33-CAD7-F6C8-FED5A42A6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113B-63EC-3A0C-10F5-BE603BED0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Coding and Planning Agents prompt refinement -&gt; accurate and predictable generated results</a:t>
            </a:r>
          </a:p>
          <a:p>
            <a:r>
              <a:rPr lang="en-US" dirty="0"/>
              <a:t>Start dev Demo Frontend Dev -&gt; Test Integration with </a:t>
            </a:r>
          </a:p>
          <a:p>
            <a:pPr marL="457200" lvl="1" indent="0">
              <a:buNone/>
            </a:pPr>
            <a:r>
              <a:rPr lang="en-US" dirty="0"/>
              <a:t>(1) Backend </a:t>
            </a:r>
          </a:p>
          <a:p>
            <a:r>
              <a:rPr lang="en-US" dirty="0"/>
              <a:t>Mock integration with mock input/output for coding agent/planning agent (in parallel with agent dev and research)</a:t>
            </a:r>
          </a:p>
          <a:p>
            <a:pPr lvl="1"/>
            <a:r>
              <a:rPr lang="en-US" dirty="0"/>
              <a:t>Confirm a v1 structure of input and output to trigger the agents</a:t>
            </a:r>
          </a:p>
          <a:p>
            <a:pPr lvl="1"/>
            <a:r>
              <a:rPr lang="en-US" dirty="0"/>
              <a:t>Confirm a v1 structure of output generated by agents, to display on frontend</a:t>
            </a:r>
          </a:p>
        </p:txBody>
      </p:sp>
    </p:spTree>
    <p:extLst>
      <p:ext uri="{BB962C8B-B14F-4D97-AF65-F5344CB8AC3E}">
        <p14:creationId xmlns:p14="http://schemas.microsoft.com/office/powerpoint/2010/main" val="189003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107</Words>
  <Application>Microsoft Macintosh PowerPoint</Application>
  <PresentationFormat>Widescreen</PresentationFormat>
  <Paragraphs>12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Updates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Updates</dc:title>
  <dc:creator>TCCtech Tharathip Kulchotirat</dc:creator>
  <cp:lastModifiedBy>TCCtech Tharathip Kulchotirat</cp:lastModifiedBy>
  <cp:revision>1</cp:revision>
  <dcterms:created xsi:type="dcterms:W3CDTF">2025-02-03T03:39:32Z</dcterms:created>
  <dcterms:modified xsi:type="dcterms:W3CDTF">2025-02-03T07:24:37Z</dcterms:modified>
</cp:coreProperties>
</file>